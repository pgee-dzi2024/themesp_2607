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686" autoAdjust="0"/>
  </p:normalViewPr>
  <p:slideViewPr>
    <p:cSldViewPr snapToGrid="0">
      <p:cViewPr varScale="1">
        <p:scale>
          <a:sx n="45" d="100"/>
          <a:sy n="45" d="100"/>
        </p:scale>
        <p:origin x="185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611-7BA2-4738-94C6-98FE40ED41FA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bg-B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411EA6-982B-47BF-89C8-7B0CF804A74C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850613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Уважаема г-жо Директор,</a:t>
            </a:r>
          </a:p>
          <a:p>
            <a:r>
              <a:rPr lang="ru-RU" dirty="0" smtClean="0"/>
              <a:t>Уважаема комисия,</a:t>
            </a:r>
          </a:p>
          <a:p>
            <a:r>
              <a:rPr lang="ru-RU" dirty="0" smtClean="0"/>
              <a:t>Уважаеми гости,</a:t>
            </a:r>
          </a:p>
          <a:p>
            <a:r>
              <a:rPr lang="ru-RU" dirty="0" smtClean="0"/>
              <a:t>Казвам се Фериз Ходжа и ще ви представя моя дипломен проект на тема:</a:t>
            </a:r>
          </a:p>
          <a:p>
            <a:r>
              <a:rPr lang="ru-RU" dirty="0" smtClean="0"/>
              <a:t>Wake on lan сървър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1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336928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днешно време компютърните мрежи са основна част от работата на всяка организация. Често се налага управление на множество компютри, което изисква време и физическо присъствие. Именно затова възниква нуждата от решения за дистанционно управление. Моят проект е насочен към автоматизиране на този процес, като позволява включване на компютри от разстояние. 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2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2497900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„Основната цел на дипломния проект е да се разработи уеб-базирана система за дистанционно включване на компютри чрез технологията Wake-on-LAN. Системата позволява централизирано управление и улеснява администраторите. Чрез изпращане на  Magic Packet, компютрите могат да бъдат включени без физически достъп до тях.“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3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529368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„За реализирането на проекта бяха изпълнени няколко основни задачи. Първо направих анализ на технологиите и принципите на работа на Wake-on-LAN. След това избрах подходящи инструменти за разработка. Проектирах базата данни, разработих backend и frontend частта, и накрая тествах системата, за да се уверя, че работи надеждно.“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4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62450325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„Проектът се базира на основни знания за компютърни мрежи. Използват се моделите OSI и TCP/IP, които описват комуникацията между устройствата. Важна роля играе UDP протоколът, защото позволява бързо изпращане на данни без установяване на връзка. Това го прави подходящ за изпращане на WOL пакети.“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5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05395865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„Системата е изградена на базата на клиент-сървър архитектура. </a:t>
            </a:r>
            <a:r>
              <a:rPr lang="en-US" dirty="0" smtClean="0"/>
              <a:t>Backend </a:t>
            </a:r>
            <a:r>
              <a:rPr lang="bg-BG" dirty="0" smtClean="0"/>
              <a:t>частта обработва заявките и управлява логиката, а </a:t>
            </a:r>
            <a:r>
              <a:rPr lang="en-US" dirty="0" smtClean="0"/>
              <a:t>frontend </a:t>
            </a:r>
            <a:r>
              <a:rPr lang="bg-BG" dirty="0" smtClean="0"/>
              <a:t>частта осигурява потребителския интерфейс. Комуникацията между тях се осъществява чрез </a:t>
            </a:r>
            <a:r>
              <a:rPr lang="en-US" dirty="0" smtClean="0"/>
              <a:t>REST API </a:t>
            </a:r>
            <a:r>
              <a:rPr lang="bg-BG" dirty="0" smtClean="0"/>
              <a:t>и </a:t>
            </a:r>
            <a:r>
              <a:rPr lang="en-US" dirty="0" smtClean="0"/>
              <a:t>JSON </a:t>
            </a:r>
            <a:r>
              <a:rPr lang="bg-BG" dirty="0" smtClean="0"/>
              <a:t>формат. Това позволява лесна поддръжка и разширяване.“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6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83099022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„За разработката използвах </a:t>
            </a:r>
            <a:r>
              <a:rPr lang="en-US" dirty="0" smtClean="0"/>
              <a:t>Python </a:t>
            </a:r>
            <a:r>
              <a:rPr lang="bg-BG" dirty="0" smtClean="0"/>
              <a:t>и </a:t>
            </a:r>
            <a:r>
              <a:rPr lang="en-US" dirty="0" smtClean="0"/>
              <a:t>Django </a:t>
            </a:r>
            <a:r>
              <a:rPr lang="bg-BG" dirty="0" smtClean="0"/>
              <a:t>за </a:t>
            </a:r>
            <a:r>
              <a:rPr lang="en-US" dirty="0" smtClean="0"/>
              <a:t>backend </a:t>
            </a:r>
            <a:r>
              <a:rPr lang="bg-BG" dirty="0" smtClean="0"/>
              <a:t>частта, като добавих </a:t>
            </a:r>
            <a:r>
              <a:rPr lang="en-US" dirty="0" smtClean="0"/>
              <a:t>Django REST Framework </a:t>
            </a:r>
            <a:r>
              <a:rPr lang="bg-BG" dirty="0" smtClean="0"/>
              <a:t>за създаване на </a:t>
            </a:r>
            <a:r>
              <a:rPr lang="en-US" dirty="0" smtClean="0"/>
              <a:t>API. </a:t>
            </a:r>
            <a:r>
              <a:rPr lang="bg-BG" dirty="0" smtClean="0"/>
              <a:t>За </a:t>
            </a:r>
            <a:r>
              <a:rPr lang="en-US" dirty="0" smtClean="0"/>
              <a:t>frontend </a:t>
            </a:r>
            <a:r>
              <a:rPr lang="bg-BG" dirty="0" smtClean="0"/>
              <a:t>използвах </a:t>
            </a:r>
            <a:r>
              <a:rPr lang="en-US" dirty="0" smtClean="0"/>
              <a:t>Vue.js </a:t>
            </a:r>
            <a:r>
              <a:rPr lang="bg-BG" dirty="0" smtClean="0"/>
              <a:t>и </a:t>
            </a:r>
            <a:r>
              <a:rPr lang="en-US" dirty="0" smtClean="0"/>
              <a:t>Bootstrap, </a:t>
            </a:r>
            <a:r>
              <a:rPr lang="bg-BG" dirty="0" smtClean="0"/>
              <a:t>което позволява създаване на модерен и удобен интерфейс. За база данни използвах </a:t>
            </a:r>
            <a:r>
              <a:rPr lang="en-US" dirty="0" err="1" smtClean="0"/>
              <a:t>MariaDB</a:t>
            </a:r>
            <a:r>
              <a:rPr lang="en-US" dirty="0" smtClean="0"/>
              <a:t>, </a:t>
            </a:r>
            <a:r>
              <a:rPr lang="bg-BG" dirty="0" smtClean="0"/>
              <a:t>която е надеждна и широко използвана.“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7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615428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„Системата позволява добавяне, редактиране и изтриване на компютри. Потребителят може да изпраща WOL команди и да включва устройства дистанционно. Освен това се поддържа лог на всички действия. Интерфейсът е реализиран като Single Page Application, което го прави бърз и удобен за използване.“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8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0170486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„В заключение, проектът успешно реализира поставената цел. Системата работи стабилно и има реално приложение. В бъдеще може да бъде разширена с функции като автоматично включване по график, въвеждане на потребителски роли и поддръжка на Wake-on-WAN. Това я прави добра основа за по-нататъшно развитие.“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411EA6-982B-47BF-89C8-7B0CF804A74C}" type="slidenum">
              <a:rPr lang="bg-BG" smtClean="0"/>
              <a:t>9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502363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479182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01226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5201397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69623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7580571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3902294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14968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437257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bg-B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072706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2719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359478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bg-B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bg-B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AA85D-A80E-45D6-AD8D-1520FADD59BE}" type="datetimeFigureOut">
              <a:rPr lang="bg-BG" smtClean="0"/>
              <a:t>27.4.2026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004B8A-7D95-4061-8393-5B64690FEDC9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8405667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bg-BG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8698" y="-1193800"/>
            <a:ext cx="9144000" cy="2387600"/>
          </a:xfrm>
        </p:spPr>
        <p:txBody>
          <a:bodyPr/>
          <a:lstStyle/>
          <a:p>
            <a:r>
              <a:rPr lang="en-US" b="1" dirty="0" smtClean="0">
                <a:latin typeface="Bookman Old Style" panose="02050604050505020204" pitchFamily="18" charset="0"/>
              </a:rPr>
              <a:t>Wake-on-LAN </a:t>
            </a:r>
            <a:r>
              <a:rPr lang="bg-BG" b="1" dirty="0" smtClean="0">
                <a:latin typeface="Bookman Old Style" panose="02050604050505020204" pitchFamily="18" charset="0"/>
              </a:rPr>
              <a:t>сървър</a:t>
            </a:r>
            <a:endParaRPr lang="bg-BG" b="1" dirty="0">
              <a:latin typeface="Bookman Old Style" panose="020506040505050202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3"/>
          <a:srcRect l="290" t="23313" r="-290" b="-26583"/>
          <a:stretch/>
        </p:blipFill>
        <p:spPr>
          <a:xfrm>
            <a:off x="2013098" y="2041451"/>
            <a:ext cx="7315200" cy="5369442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635261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 smtClean="0">
                <a:latin typeface="Bookman Old Style" panose="02050604050505020204" pitchFamily="18" charset="0"/>
              </a:rPr>
              <a:t>Актуалности</a:t>
            </a:r>
            <a:endParaRPr lang="bg-BG" dirty="0">
              <a:latin typeface="Bookman Old Style" panose="02050604050505020204" pitchFamily="18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982240" y="1913861"/>
            <a:ext cx="7209760" cy="4686651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0665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792019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71877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5794836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32652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7394434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1474790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9423071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294084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443</Words>
  <Application>Microsoft Office PowerPoint</Application>
  <PresentationFormat>Widescreen</PresentationFormat>
  <Paragraphs>24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Bookman Old Style</vt:lpstr>
      <vt:lpstr>Calibri</vt:lpstr>
      <vt:lpstr>Calibri Light</vt:lpstr>
      <vt:lpstr>Office Theme</vt:lpstr>
      <vt:lpstr>Wake-on-LAN сървър</vt:lpstr>
      <vt:lpstr>Актуалности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Wake-on-LAN сървър</dc:title>
  <dc:creator>Admin</dc:creator>
  <cp:lastModifiedBy>Admin</cp:lastModifiedBy>
  <cp:revision>5</cp:revision>
  <dcterms:created xsi:type="dcterms:W3CDTF">2026-04-27T08:29:36Z</dcterms:created>
  <dcterms:modified xsi:type="dcterms:W3CDTF">2026-04-27T09:15:48Z</dcterms:modified>
</cp:coreProperties>
</file>