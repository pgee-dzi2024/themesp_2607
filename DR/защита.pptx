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686" autoAdjust="0"/>
  </p:normalViewPr>
  <p:slideViewPr>
    <p:cSldViewPr snapToGrid="0">
      <p:cViewPr varScale="1">
        <p:scale>
          <a:sx n="68" d="100"/>
          <a:sy n="68" d="100"/>
        </p:scale>
        <p:origin x="21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611-7BA2-4738-94C6-98FE40ED41FA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11EA6-982B-47BF-89C8-7B0CF804A74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5061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:</a:t>
            </a:r>
            <a:r>
              <a:rPr lang="ru-RU" dirty="0" smtClean="0"/>
              <a:t>Уважаема г-жо Директор,</a:t>
            </a:r>
          </a:p>
          <a:p>
            <a:r>
              <a:rPr lang="ru-RU" dirty="0" smtClean="0"/>
              <a:t>Уважаема комисия,</a:t>
            </a:r>
          </a:p>
          <a:p>
            <a:r>
              <a:rPr lang="ru-RU" dirty="0" smtClean="0"/>
              <a:t>Казвам се Фериз Ходжа и ще ви представя моя дипломен проект на тема:</a:t>
            </a:r>
          </a:p>
          <a:p>
            <a:r>
              <a:rPr lang="ru-RU" dirty="0" smtClean="0"/>
              <a:t>Wake on lan сървър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33692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днешно време компютърните мрежи са основна част от работата на всяка организация. Често се налага управление на множество компютри, което изисква време и физическо присъствие. Именно затова възниква нуждата от решения за дистанционно управление. Моят проект е насочен към автоматизиране на този процес, като позволява включване на компютри от разстояние.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24979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„Основната цел на дипломния проект е да се разработи уеб-базирана система за дистанционно включване на компютри чрез технологията Wake-on-LAN. Системата позволява централизирано управление и улеснява администраторите. Чрез изпращане на  Magic Packet, компютрите могат да бъдат включени без физически достъп до тях.“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5293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„За реализирането на проекта бяха изпълнени няколко основни задачи. Първо направих анализ на технологиите и принципите на работа на Wake-on-LAN. След това избрах подходящи инструменти за разработка. Проектирах базата данни, разработих backend и frontend частта, и накрая тествах системата, за да се уверя, че работи надеждно.“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24503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„Проектът се базира на основни знания за компютърни мрежи. Използват се моделите OSI и TCP/IP, които описват комуникацията между устройствата. Важна роля играе UDP протоколът, защото позволява бързо изпращане на данни без установяване на връзка. Това го прави подходящ за изпращане на WOL пакети.“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53958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„Системата е изградена на базата на клиент-сървър архитектура. </a:t>
            </a:r>
            <a:r>
              <a:rPr lang="en-US" dirty="0" smtClean="0"/>
              <a:t>Backend </a:t>
            </a:r>
            <a:r>
              <a:rPr lang="bg-BG" dirty="0" smtClean="0"/>
              <a:t>частта обработва заявките и управлява логиката, а </a:t>
            </a:r>
            <a:r>
              <a:rPr lang="en-US" dirty="0" smtClean="0"/>
              <a:t>frontend </a:t>
            </a:r>
            <a:r>
              <a:rPr lang="bg-BG" dirty="0" smtClean="0"/>
              <a:t>частта осигурява потребителския интерфейс. Комуникацията между тях се осъществява чрез </a:t>
            </a:r>
            <a:r>
              <a:rPr lang="en-US" dirty="0" smtClean="0"/>
              <a:t>REST API </a:t>
            </a:r>
            <a:r>
              <a:rPr lang="bg-BG" dirty="0" smtClean="0"/>
              <a:t>и </a:t>
            </a:r>
            <a:r>
              <a:rPr lang="en-US" dirty="0" smtClean="0"/>
              <a:t>JSON </a:t>
            </a:r>
            <a:r>
              <a:rPr lang="bg-BG" dirty="0" smtClean="0"/>
              <a:t>формат. Това позволява лесна поддръжка и разширяване.“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099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„За разработката използвах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 </a:t>
            </a:r>
            <a:r>
              <a:rPr lang="bg-BG" dirty="0" smtClean="0"/>
              <a:t>за </a:t>
            </a:r>
            <a:r>
              <a:rPr lang="en-US" dirty="0" smtClean="0"/>
              <a:t>backend </a:t>
            </a:r>
            <a:r>
              <a:rPr lang="bg-BG" dirty="0" smtClean="0"/>
              <a:t>частта, като добавих </a:t>
            </a:r>
            <a:r>
              <a:rPr lang="en-US" dirty="0" smtClean="0"/>
              <a:t>Django REST Framework </a:t>
            </a:r>
            <a:r>
              <a:rPr lang="bg-BG" dirty="0" smtClean="0"/>
              <a:t>за създаване на </a:t>
            </a:r>
            <a:r>
              <a:rPr lang="en-US" dirty="0" smtClean="0"/>
              <a:t>API. </a:t>
            </a:r>
            <a:r>
              <a:rPr lang="bg-BG" dirty="0" smtClean="0"/>
              <a:t>За </a:t>
            </a:r>
            <a:r>
              <a:rPr lang="en-US" dirty="0" smtClean="0"/>
              <a:t>frontend </a:t>
            </a:r>
            <a:r>
              <a:rPr lang="bg-BG" dirty="0" smtClean="0"/>
              <a:t>използвах </a:t>
            </a:r>
            <a:r>
              <a:rPr lang="en-US" dirty="0" smtClean="0"/>
              <a:t>Vue.js </a:t>
            </a:r>
            <a:r>
              <a:rPr lang="bg-BG" dirty="0" smtClean="0"/>
              <a:t>и </a:t>
            </a:r>
            <a:r>
              <a:rPr lang="en-US" dirty="0" smtClean="0"/>
              <a:t>Bootstrap, </a:t>
            </a:r>
            <a:r>
              <a:rPr lang="bg-BG" dirty="0" smtClean="0"/>
              <a:t>което позволява създаване на модерен и удобен интерфейс. За база данни използвах </a:t>
            </a:r>
            <a:r>
              <a:rPr lang="en-US" dirty="0" err="1" smtClean="0"/>
              <a:t>MariaDB</a:t>
            </a:r>
            <a:r>
              <a:rPr lang="en-US" dirty="0" smtClean="0"/>
              <a:t>, </a:t>
            </a:r>
            <a:r>
              <a:rPr lang="bg-BG" dirty="0" smtClean="0"/>
              <a:t>която е надеждна и широко използвана.“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154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„Системата позволява добавяне, редактиране и изтриване на компютри. Потребителят може да изпраща WOL команди и да включва устройства дистанционно. Освен това се поддържа лог на всички действия. Интерфейсът е реализиран като Single Page Application, което го прави бърз и удобен за използване.“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7048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заключение, проектът успешно реализира поставената цел. Системата работи стабилно и има реално приложение. В бъдеще може да бъде разширена с функции като автоматично включване по график, въвеждане на потребителски роли и поддръжка на Wake-on-WAN. Това я прави добра основа за по-нататъшно развитие.“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0236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8890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3282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8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42057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030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3217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0159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926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3771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5896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6767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89977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91" y="1468082"/>
            <a:ext cx="8439913" cy="537190"/>
          </a:xfrm>
        </p:spPr>
        <p:txBody>
          <a:bodyPr>
            <a:noAutofit/>
          </a:bodyPr>
          <a:lstStyle/>
          <a:p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Тема</a:t>
            </a:r>
            <a:r>
              <a:rPr lang="en-US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:Wake on </a:t>
            </a:r>
            <a:r>
              <a:rPr lang="en-US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Lan</a:t>
            </a:r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сървър</a:t>
            </a:r>
            <a:endParaRPr lang="bg-BG" sz="4000" dirty="0">
              <a:solidFill>
                <a:schemeClr val="tx2"/>
              </a:solidFill>
              <a:latin typeface="Bookman Old Style" panose="020506040505050202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3985" y="6337692"/>
            <a:ext cx="3910819" cy="520308"/>
          </a:xfrm>
        </p:spPr>
        <p:txBody>
          <a:bodyPr>
            <a:normAutofit/>
          </a:bodyPr>
          <a:lstStyle/>
          <a:p>
            <a:r>
              <a:rPr lang="bg-BG" dirty="0" smtClean="0">
                <a:latin typeface="Bookman Old Style" panose="02050604050505020204" pitchFamily="18" charset="0"/>
              </a:rPr>
              <a:t>Дипломант</a:t>
            </a:r>
            <a:r>
              <a:rPr lang="en-US" dirty="0" smtClean="0">
                <a:latin typeface="Bookman Old Style" panose="02050604050505020204" pitchFamily="18" charset="0"/>
              </a:rPr>
              <a:t>: </a:t>
            </a:r>
            <a:r>
              <a:rPr lang="bg-BG" dirty="0" smtClean="0">
                <a:latin typeface="Bookman Old Style" panose="02050604050505020204" pitchFamily="18" charset="0"/>
              </a:rPr>
              <a:t>Фериз Ходжа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290" t="23313" r="-290" b="-26583"/>
          <a:stretch/>
        </p:blipFill>
        <p:spPr>
          <a:xfrm>
            <a:off x="308785" y="2600511"/>
            <a:ext cx="7315200" cy="5369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785" y="175582"/>
            <a:ext cx="801332" cy="93576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10117" y="175582"/>
            <a:ext cx="717575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i="1" dirty="0">
                <a:latin typeface="Sitka Display" pitchFamily="2" charset="0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endParaRPr lang="bg-BG" b="1" i="1" dirty="0">
              <a:latin typeface="Sitka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26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2406" y="-1112926"/>
            <a:ext cx="4262811" cy="4601183"/>
          </a:xfrm>
        </p:spPr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Актуалност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429642" y="1926957"/>
            <a:ext cx="5584347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665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2741" y="-972250"/>
            <a:ext cx="6077542" cy="4601183"/>
          </a:xfrm>
        </p:spPr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Цел на проекта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88331" y="2011363"/>
            <a:ext cx="8413750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92019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Основни задачи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585369" y="2214563"/>
            <a:ext cx="5019675" cy="38004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71877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Теоретична основа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31644" y="1849902"/>
            <a:ext cx="7830042" cy="500809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579483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7312" y="-1126994"/>
            <a:ext cx="4769248" cy="4601183"/>
          </a:xfrm>
        </p:spPr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Архитектура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26445" y="1870686"/>
            <a:ext cx="761277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32652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Използвани технологии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40050" y="2011363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73944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6936" y="-1042588"/>
            <a:ext cx="5008098" cy="4601183"/>
          </a:xfrm>
        </p:spPr>
        <p:txBody>
          <a:bodyPr>
            <a:normAutofit/>
          </a:bodyPr>
          <a:lstStyle/>
          <a:p>
            <a:pPr algn="ctr"/>
            <a:r>
              <a:rPr lang="bg-BG" sz="2800" dirty="0" smtClean="0">
                <a:latin typeface="Bookman Old Style" panose="02050604050505020204" pitchFamily="18" charset="0"/>
              </a:rPr>
              <a:t>Функционалности</a:t>
            </a:r>
            <a:endParaRPr lang="bg-BG" sz="28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45293" y="2102485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47479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Заключение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178105" y="1947681"/>
            <a:ext cx="6922660" cy="45577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2307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202919" y="3643532"/>
            <a:ext cx="9784080" cy="731520"/>
          </a:xfrm>
        </p:spPr>
        <p:txBody>
          <a:bodyPr>
            <a:normAutofit/>
          </a:bodyPr>
          <a:lstStyle/>
          <a:p>
            <a:r>
              <a:rPr lang="bg-BG" sz="3600" smtClean="0">
                <a:latin typeface="Bookman Old Style" panose="02050604050505020204" pitchFamily="18" charset="0"/>
              </a:rPr>
              <a:t>Благодаря Ви </a:t>
            </a:r>
            <a:r>
              <a:rPr lang="bg-BG" sz="3600" dirty="0" smtClean="0">
                <a:latin typeface="Bookman Old Style" panose="02050604050505020204" pitchFamily="18" charset="0"/>
              </a:rPr>
              <a:t>за вниманието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0843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149</TotalTime>
  <Words>480</Words>
  <Application>Microsoft Office PowerPoint</Application>
  <PresentationFormat>Widescreen</PresentationFormat>
  <Paragraphs>33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Bookman Old Style</vt:lpstr>
      <vt:lpstr>Calibri</vt:lpstr>
      <vt:lpstr>Corbel</vt:lpstr>
      <vt:lpstr>Sitka Display</vt:lpstr>
      <vt:lpstr>Wingdings</vt:lpstr>
      <vt:lpstr>Banded</vt:lpstr>
      <vt:lpstr>Тема:Wake on Lan сървър</vt:lpstr>
      <vt:lpstr>Актуалност</vt:lpstr>
      <vt:lpstr>Цел на проекта</vt:lpstr>
      <vt:lpstr>Основни задачи</vt:lpstr>
      <vt:lpstr>Теоретична основа</vt:lpstr>
      <vt:lpstr>Архитектура</vt:lpstr>
      <vt:lpstr>Използвани технологии</vt:lpstr>
      <vt:lpstr>Функционалности</vt:lpstr>
      <vt:lpstr>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Wake-on-LAN сървър</dc:title>
  <dc:creator>Admin</dc:creator>
  <cp:lastModifiedBy>Admin</cp:lastModifiedBy>
  <cp:revision>15</cp:revision>
  <dcterms:created xsi:type="dcterms:W3CDTF">2026-04-27T08:29:36Z</dcterms:created>
  <dcterms:modified xsi:type="dcterms:W3CDTF">2026-04-30T07:15:29Z</dcterms:modified>
</cp:coreProperties>
</file>