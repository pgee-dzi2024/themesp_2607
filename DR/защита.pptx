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686" autoAdjust="0"/>
  </p:normalViewPr>
  <p:slideViewPr>
    <p:cSldViewPr snapToGrid="0">
      <p:cViewPr varScale="1">
        <p:scale>
          <a:sx n="68" d="100"/>
          <a:sy n="68" d="100"/>
        </p:scale>
        <p:origin x="219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:</a:t>
            </a:r>
            <a:r>
              <a:rPr lang="ru-RU" dirty="0" smtClean="0"/>
              <a:t>Уважаема </a:t>
            </a:r>
            <a:r>
              <a:rPr lang="ru-RU" dirty="0" smtClean="0"/>
              <a:t>г-жо Директор,</a:t>
            </a:r>
          </a:p>
          <a:p>
            <a:r>
              <a:rPr lang="ru-RU" dirty="0" smtClean="0"/>
              <a:t>Уважаема комисия</a:t>
            </a:r>
            <a:r>
              <a:rPr lang="ru-RU" dirty="0" smtClean="0"/>
              <a:t>,</a:t>
            </a:r>
            <a:endParaRPr lang="ru-RU" dirty="0" smtClean="0"/>
          </a:p>
          <a:p>
            <a:r>
              <a:rPr lang="ru-RU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88908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3282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8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42057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030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217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01595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926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3771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9589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767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89977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7095" y="1488558"/>
            <a:ext cx="7090117" cy="537190"/>
          </a:xfrm>
        </p:spPr>
        <p:txBody>
          <a:bodyPr>
            <a:noAutofit/>
          </a:bodyPr>
          <a:lstStyle/>
          <a:p>
            <a:r>
              <a:rPr lang="bg-BG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Тема</a:t>
            </a:r>
            <a:r>
              <a:rPr lang="en-US" sz="4000" dirty="0" smtClean="0">
                <a:solidFill>
                  <a:schemeClr val="tx2"/>
                </a:solidFill>
                <a:latin typeface="Bookman Old Style" panose="02050604050505020204" pitchFamily="18" charset="0"/>
                <a:ea typeface="Calibri" panose="020F0502020204030204" pitchFamily="34" charset="0"/>
                <a:cs typeface="Calibri" panose="020F0502020204030204" pitchFamily="34" charset="0"/>
              </a:rPr>
              <a:t>:Wake on Lan</a:t>
            </a:r>
            <a:endParaRPr lang="bg-BG" sz="4000" dirty="0">
              <a:solidFill>
                <a:schemeClr val="tx2"/>
              </a:solidFill>
              <a:latin typeface="Bookman Old Style" panose="02050604050505020204" pitchFamily="18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623985" y="6337692"/>
            <a:ext cx="3910819" cy="520308"/>
          </a:xfrm>
        </p:spPr>
        <p:txBody>
          <a:bodyPr>
            <a:normAutofit/>
          </a:bodyPr>
          <a:lstStyle/>
          <a:p>
            <a:r>
              <a:rPr lang="bg-BG" dirty="0" smtClean="0">
                <a:latin typeface="Bookman Old Style" panose="02050604050505020204" pitchFamily="18" charset="0"/>
              </a:rPr>
              <a:t>Дипломант</a:t>
            </a:r>
            <a:r>
              <a:rPr lang="en-US" dirty="0" smtClean="0">
                <a:latin typeface="Bookman Old Style" panose="02050604050505020204" pitchFamily="18" charset="0"/>
              </a:rPr>
              <a:t>: </a:t>
            </a:r>
            <a:r>
              <a:rPr lang="bg-BG" dirty="0" smtClean="0">
                <a:latin typeface="Bookman Old Style" panose="02050604050505020204" pitchFamily="18" charset="0"/>
              </a:rPr>
              <a:t>Фериз Ходжа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308785" y="260051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785" y="175582"/>
            <a:ext cx="801332" cy="93576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10117" y="175582"/>
            <a:ext cx="717575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i="1" dirty="0">
                <a:latin typeface="Sitka Display" pitchFamily="2" charset="0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endParaRPr lang="bg-BG" b="1" i="1" dirty="0">
              <a:latin typeface="Sitka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2406" y="-1112926"/>
            <a:ext cx="4262811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Актуалност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29642" y="1926957"/>
            <a:ext cx="5584347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2741" y="-972250"/>
            <a:ext cx="6077542" cy="4601183"/>
          </a:xfrm>
        </p:spPr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Цел на проекта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88331" y="2011363"/>
            <a:ext cx="8413750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Основни задачи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585369" y="2214563"/>
            <a:ext cx="5019675" cy="38004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Теоретична основа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31644" y="1849902"/>
            <a:ext cx="7830042" cy="500809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7312" y="-1126994"/>
            <a:ext cx="4769248" cy="4601183"/>
          </a:xfrm>
        </p:spPr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Архитектура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26445" y="1870686"/>
            <a:ext cx="761277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 smtClean="0">
                <a:latin typeface="Bookman Old Style" panose="02050604050505020204" pitchFamily="18" charset="0"/>
              </a:rPr>
              <a:t>Използвани технологии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40050" y="2011363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56936" y="-1042588"/>
            <a:ext cx="5008098" cy="4601183"/>
          </a:xfrm>
        </p:spPr>
        <p:txBody>
          <a:bodyPr>
            <a:normAutofit/>
          </a:bodyPr>
          <a:lstStyle/>
          <a:p>
            <a:pPr algn="ctr"/>
            <a:r>
              <a:rPr lang="bg-BG" sz="2800" dirty="0" smtClean="0">
                <a:latin typeface="Bookman Old Style" panose="02050604050505020204" pitchFamily="18" charset="0"/>
              </a:rPr>
              <a:t>Функционалности</a:t>
            </a:r>
            <a:endParaRPr lang="bg-BG" sz="2800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445293" y="2102485"/>
            <a:ext cx="6310312" cy="4206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Заключение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178105" y="1947681"/>
            <a:ext cx="6922660" cy="45577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202919" y="3643532"/>
            <a:ext cx="9784080" cy="731520"/>
          </a:xfrm>
        </p:spPr>
        <p:txBody>
          <a:bodyPr>
            <a:normAutofit/>
          </a:bodyPr>
          <a:lstStyle/>
          <a:p>
            <a:r>
              <a:rPr lang="bg-BG" sz="3600" dirty="0" smtClean="0">
                <a:latin typeface="Bookman Old Style" panose="02050604050505020204" pitchFamily="18" charset="0"/>
              </a:rPr>
              <a:t>Благодаря за вниманието</a:t>
            </a:r>
            <a:endParaRPr lang="bg-BG" sz="36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112</TotalTime>
  <Words>478</Words>
  <Application>Microsoft Office PowerPoint</Application>
  <PresentationFormat>Widescreen</PresentationFormat>
  <Paragraphs>33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Bookman Old Style</vt:lpstr>
      <vt:lpstr>Calibri</vt:lpstr>
      <vt:lpstr>Corbel</vt:lpstr>
      <vt:lpstr>Sitka Display</vt:lpstr>
      <vt:lpstr>Wingdings</vt:lpstr>
      <vt:lpstr>Banded</vt:lpstr>
      <vt:lpstr>Тема:Wake on Lan</vt:lpstr>
      <vt:lpstr>Актуалност</vt:lpstr>
      <vt:lpstr>Цел на проекта</vt:lpstr>
      <vt:lpstr>Основни задачи</vt:lpstr>
      <vt:lpstr>Теоретична основа</vt:lpstr>
      <vt:lpstr>Архитектура</vt:lpstr>
      <vt:lpstr>Използвани технологии</vt:lpstr>
      <vt:lpstr>Функционалности</vt:lpstr>
      <vt:lpstr>Заключение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13</cp:revision>
  <dcterms:created xsi:type="dcterms:W3CDTF">2026-04-27T08:29:36Z</dcterms:created>
  <dcterms:modified xsi:type="dcterms:W3CDTF">2026-04-30T06:27:00Z</dcterms:modified>
</cp:coreProperties>
</file>